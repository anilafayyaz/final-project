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D89401-943C-471C-B3D5-BB207A32A5A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05469-E4FA-476E-B936-1A66D9D82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67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005469-E4FA-476E-B936-1A66D9D82E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10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53848" y="1181457"/>
            <a:ext cx="8915399" cy="2262781"/>
          </a:xfrm>
        </p:spPr>
        <p:txBody>
          <a:bodyPr/>
          <a:lstStyle/>
          <a:p>
            <a:pPr algn="just"/>
            <a:r>
              <a:rPr lang="en-US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SEIF</a:t>
            </a:r>
            <a:endParaRPr lang="en-US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2873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MY SELIF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603248"/>
            <a:ext cx="8915400" cy="377762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My name is </a:t>
            </a:r>
            <a:r>
              <a:rPr lang="en-US" sz="2800" dirty="0" err="1"/>
              <a:t>A</a:t>
            </a:r>
            <a:r>
              <a:rPr lang="en-US" sz="2800" dirty="0" err="1" smtClean="0"/>
              <a:t>nila</a:t>
            </a:r>
            <a:endParaRPr lang="en-US" sz="2800" dirty="0" smtClean="0"/>
          </a:p>
          <a:p>
            <a:r>
              <a:rPr lang="en-US" sz="2800" dirty="0" smtClean="0"/>
              <a:t>I live in Karachi</a:t>
            </a:r>
          </a:p>
          <a:p>
            <a:r>
              <a:rPr lang="en-US" sz="2800" dirty="0" err="1" smtClean="0"/>
              <a:t>Iam</a:t>
            </a:r>
            <a:r>
              <a:rPr lang="en-US" sz="2800" dirty="0" smtClean="0"/>
              <a:t> a house wife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42344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10840" y="904578"/>
            <a:ext cx="6096000" cy="8925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/>
              <a:t>Myself – Personality Traits</a:t>
            </a:r>
            <a:endParaRPr lang="en-US" sz="2800" dirty="0"/>
          </a:p>
          <a:p>
            <a:pPr algn="just"/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2490216" y="1666208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Some </a:t>
            </a:r>
            <a:r>
              <a:rPr lang="en-US" sz="2400" dirty="0"/>
              <a:t>people are kind, honest, or brave.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These traits make each person special and different.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Good traits help us make friends and do well in life.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Personality traits are the ways people think, feel, and act.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60720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9440" y="912382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/>
              <a:t>Hobbies &amp; Interests</a:t>
            </a:r>
            <a:endParaRPr lang="en-US" sz="32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Exploring new places and cultures through travel 🌍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Reading books to expand knowledge and imagination 📚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Playing sports and staying active for a healthy lifestyle 🏀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Enjoying music and creative arts to relax and express myself 🎶</a:t>
            </a:r>
          </a:p>
        </p:txBody>
      </p:sp>
    </p:spTree>
    <p:extLst>
      <p:ext uri="{BB962C8B-B14F-4D97-AF65-F5344CB8AC3E}">
        <p14:creationId xmlns:p14="http://schemas.microsoft.com/office/powerpoint/2010/main" val="422078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9128" y="1233529"/>
            <a:ext cx="6096000" cy="42165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400" b="1" dirty="0"/>
              <a:t>Academic Achievements</a:t>
            </a:r>
            <a:r>
              <a:rPr lang="en-US" b="1" dirty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Secured top position in [Your Subject/Grade] with distinction.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Participated in national-level [Olympiad/Competition] and won [Prize/Rank].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Completed certified courses in [Skill/Field], enhancing academic profile.</a:t>
            </a:r>
          </a:p>
          <a:p>
            <a:pPr algn="ctr"/>
            <a:r>
              <a:rPr lang="en-US" sz="2400" b="1" dirty="0" smtClean="0"/>
              <a:t>Personal </a:t>
            </a:r>
            <a:r>
              <a:rPr lang="en-US" sz="2400" b="1" dirty="0"/>
              <a:t>Achievements</a:t>
            </a:r>
            <a:r>
              <a:rPr lang="en-US" b="1" dirty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Volunteered for community service projects, impacting over 100 lives.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Developed strong leadership skills as [Team Lead/Club President].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Achieved personal goals in fitness, creativity, and time management.</a:t>
            </a:r>
          </a:p>
        </p:txBody>
      </p:sp>
    </p:spTree>
    <p:extLst>
      <p:ext uri="{BB962C8B-B14F-4D97-AF65-F5344CB8AC3E}">
        <p14:creationId xmlns:p14="http://schemas.microsoft.com/office/powerpoint/2010/main" val="393684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28544" y="2150840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400" b="1" dirty="0"/>
              <a:t>My Role Model / Inspiration</a:t>
            </a:r>
            <a:r>
              <a:rPr lang="en-US" sz="2400" dirty="0"/>
              <a:t> </a:t>
            </a:r>
            <a:r>
              <a:rPr lang="en-US" dirty="0"/>
              <a:t>My role model is </a:t>
            </a:r>
            <a:r>
              <a:rPr lang="en-US" dirty="0" smtClean="0"/>
              <a:t>[Mother]. </a:t>
            </a:r>
            <a:r>
              <a:rPr lang="en-US" dirty="0"/>
              <a:t>They inspire me because they work hard and never give up. I learn from their kindness, courage, and strong values. I want to follow their path and make a difference too.</a:t>
            </a:r>
          </a:p>
        </p:txBody>
      </p:sp>
    </p:spTree>
    <p:extLst>
      <p:ext uri="{BB962C8B-B14F-4D97-AF65-F5344CB8AC3E}">
        <p14:creationId xmlns:p14="http://schemas.microsoft.com/office/powerpoint/2010/main" val="405511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09088" y="1112211"/>
            <a:ext cx="6096000" cy="273921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800" b="1" dirty="0" smtClean="0"/>
              <a:t>Future </a:t>
            </a:r>
            <a:r>
              <a:rPr lang="en-US" sz="2800" b="1" dirty="0"/>
              <a:t>goals:</a:t>
            </a:r>
          </a:p>
          <a:p>
            <a:r>
              <a:rPr lang="en-US" dirty="0"/>
              <a:t>"My future goals include advancing my career by gaining specialized skills and contributing to impactful projects. I aim to pursue higher education to deepen my knowledge and broaden my opportunities. Building strong professional relationships and maintaining personal growth are also key priorities. Ultimately, I strive to make a meaningful difference in my field."</a:t>
            </a:r>
          </a:p>
        </p:txBody>
      </p:sp>
    </p:spTree>
    <p:extLst>
      <p:ext uri="{BB962C8B-B14F-4D97-AF65-F5344CB8AC3E}">
        <p14:creationId xmlns:p14="http://schemas.microsoft.com/office/powerpoint/2010/main" val="851966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107</TotalTime>
  <Words>289</Words>
  <Application>Microsoft Office PowerPoint</Application>
  <PresentationFormat>Widescreen</PresentationFormat>
  <Paragraphs>28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Wingdings 3</vt:lpstr>
      <vt:lpstr>Wisp</vt:lpstr>
      <vt:lpstr>MY SEIF</vt:lpstr>
      <vt:lpstr>MY SELIF 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SEIF</dc:title>
  <dc:creator>LENOVO</dc:creator>
  <cp:lastModifiedBy>LENOVO</cp:lastModifiedBy>
  <cp:revision>13</cp:revision>
  <dcterms:created xsi:type="dcterms:W3CDTF">2025-09-23T13:27:37Z</dcterms:created>
  <dcterms:modified xsi:type="dcterms:W3CDTF">2025-09-24T16:33:30Z</dcterms:modified>
</cp:coreProperties>
</file>